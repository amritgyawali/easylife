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ppt/presentation.xml><?xml version="1.0" encoding="utf-8"?>
<p:presentation xmlns:p="http://schemas.openxmlformats.org/presentationml/2006/main"/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Mention the fiscal year change</a:t>
            </a:r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Quarter in review</a:t>
            </a:r>
          </a:p>
        </p:txBody>
      </p:sp>
      <p:sp>
        <p:nvSpPr>
          <p:nvPr>
            <p:ph type="body" idx="1"/>
          </p:nvPr>
        </p:nvSpPr>
        <p:txBody>
          <a:p>
            <a:pPr lvl="0"/>
            <a:r>
              <a:t>Income up 12%</a:t>
            </a:r>
          </a:p>
          <a:p>
            <a:pPr lvl="0"/>
            <a:r>
              <a:t>Two new loans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Next steps</a:t>
            </a:r>
          </a:p>
        </p:txBody>
      </p:sp>
      <p:sp>
        <p:nvSpPr>
          <p:nvPr>
            <p:ph type="body" idx="1"/>
          </p:nvPr>
        </p:nvSpPr>
        <p:txBody>
          <a:p>
            <a:pPr lvl="0"/>
            <a:r>
              <a:t>Close the Nabil import</a:t>
            </a:r>
          </a:p>
        </p:txBody>
      </p:sp>
    </p:spTree>
  </p:cSld>
</p:sld>
</file>